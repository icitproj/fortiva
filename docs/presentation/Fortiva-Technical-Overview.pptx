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may include IT, security reviewers, and developers. Emphasize offline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that MK is derived on every unlock and zeroed after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Implementation: Isopoh.Cryptography.Argon2, Argon2Type.HybridAddressing, Argon2Version.Nineteen.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deployments ship LicenseTool beside Admin or as separate CLI.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Production: replace EmbeddedPublicKeyXml in LicenseDocument.cs / LicenseVerifier with your org public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tiva-titl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Fortiva Technical Overview</a:t>
            </a:r>
          </a:p>
          <a:p>
            <a:pPr>
              <a:spcBef>
                <a:spcPts val="1200"/>
              </a:spcBef>
              <a:defRPr sz="1800">
                <a:solidFill>
                  <a:srgbClr val="00B4A0"/>
                </a:solidFill>
              </a:defRPr>
            </a:pPr>
            <a:r>
              <a:t>Zero-Knowledge · Local-First · Windows-Native  |  icmclab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What Fortiva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 is a Windows-native password manager built on WinUI 3 and .NET 8.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Zero-knowledge: your master password is never stored. Only derived keys and encrypted blobs exist on disk.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Local-first: no cloud sync, no telemetry, no background service when the app is closed.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Living off the land: AES-256-GCM via Windows CNG, DPAPI for local metadata, Argon2id for KDF.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Three shipping applications plus CLI tools and a browser extension bridge.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Solution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Fortiva.Core — shared library: vault format, crypto, policy, audit, browser bridge server.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Fortiva.Personal — free WinUI app for individuals (%APPDATA% vault).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Fortiva.Enterprise — licensed WinUI app with IT policy, seats, shared vaults.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Fortiva.Admin — IT console (requires Administrator) for license, policy, shared vault config.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Fortiva.LicenseTool — CLI to generate RSA keys and sign enterprise licenses.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Fortiva.BrowserBridge.Host — native messaging host for Chromium/Edge extension.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extension/ — browser extension (local-only credential fill via named pipes).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Three Editions (Who Uses What)</a:t>
            </a:r>
          </a:p>
        </p:txBody>
      </p:sp>
      <p:pic>
        <p:nvPicPr>
          <p:cNvPr id="4" name="Picture 3" descr="fortiva-e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Personal: individual users, vault at %APPDATA%\Fortiva\vault.fva, optional auto-update check.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Enterprise: business users, vault default %PROGRAMDATA%\Fortiva, license + policy required.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Admin: IT staff only, does not store end-user passwords; manages license.dat and policies.json.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Enterprise users pick shared vault paths configured by Admin in Settings.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All editions share the same .fva vault cryptography and Fortiva.Core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4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1 — Vault Cryptography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Zero-Knowledge Model (Explicit)</a:t>
            </a:r>
          </a:p>
        </p:txBody>
      </p:sp>
      <p:pic>
        <p:nvPicPr>
          <p:cNvPr id="4" name="Picture 3" descr="fortiva-key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YOU know: master password (never written to disk by Fortiva).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DISK contains: encrypted vault file, wrapped vault key, salts, KDF parameters, DPAPI metadata.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MEMORY (while unlocked): Master Key (MK) and Vault Key (VK) — wiped on lock/panic.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 cannot reset your master password. Loss = no recovery unless you have a backup export.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IT admins can set policy and license but cannot decrypt vault entries without the master password.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Argon2id Parameters (From Source Code)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Memory (KB)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Iterations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Parallelism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PersonalDefault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65,536 (64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Fortiva Personal new vaults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EnterpriseMinimum (policy floor)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131,072 (128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Strict enterprise policy default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Paranoia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262,144 (256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Paranoia security level / mandatory policy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Key Hierarchy (Step by Step)</a:t>
            </a:r>
          </a:p>
        </p:txBody>
      </p:sp>
      <p:pic>
        <p:nvPicPr>
          <p:cNvPr id="4" name="Picture 3" descr="fortiva-key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1. User enters master password at unlock.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2. Argon2id derives 32-byte Master Key (MK) using per-vault salt + stored KDF parameters.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3. MK unwraps Vault Key (VK) from header field wrapped_vault_key (AES-256-GCM).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4. VK decrypts entries blob and integrity log blob inside vault.fva.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5. On lock: MK/VK zeroed via CryptographicOperations.ZeroMemory; bridge token cleared.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Security levels: Standard, Enhanced, Paranoia — Paranoia uses stronger Argon2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Symmetric Encryption — Windows CNG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Algorithm: AES-256-GCM (authenticated encryption) through Windows CNG.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Header MAC: canonical header bytes authenticated under VK.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Payload: entries JSON + integrity log encrypted as separate GCM blobs.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Export backup: separate Argon2id + AES-GCM wrapper with user-chosen export password.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No custom crypto primitives — platform CNG and vetted Argon2 library (Konscious/Isopoh).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Vault File Layout (.fva)</a:t>
            </a:r>
          </a:p>
        </p:txBody>
      </p:sp>
      <p:pic>
        <p:nvPicPr>
          <p:cNvPr id="4" name="Picture 3" descr="fortiva-vault-for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Magic string FORTIVA then versioned header fields.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Header stores: vault_id (GUID), created/modified UTC, revision_counter, security_level_counter.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KDF blob, salt, wrapped_vault_key, header_mac.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Encrypted entries: titles, usernames, passwords, URLs, notes, TOTP secrets (Enterprise).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Encrypted integrity log: add/update/delete/import events for consistency checks.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Max vault file size enforced (VaultConstants.MaxVaultFileBytes).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Atomic Save + Snapshot 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Write protocol: write vault.fva.tmp → flush to disk → File.Replace into vault.fva.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After each save, rotate snapshots: snapshot5 deleted, 4→5, 3→4, 2→3, 1→2, current→snapshot1.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Default SnapshotCount = 5 (vault.fva.snapshot1 … snapshot5).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Restore: unlock snapshot with password, verify, optionally replace live vault.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Protects against partial writes and some corruption scenarios.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Rollback &amp; Paranoia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Separate file local.state — DPAPI-protected metadata (Personal: CurrentUser, Enterprise: LocalMachine scope for vault dir).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Tracks: max security_level seen, last vault_id, last modified time, revision_counter.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If vault revision_counter decreases or security_level downgrades suspiciously → rollback detected.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Default behavior: vault opens READ-ONLY until user explicitly confirms rollback.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Paranoia Mode (user or policy): stricter posture; enterprise can mandate via MandatoryParanoiaMode.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4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2 — Runtime &amp; Data Locations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On-Disk Locations (Personal vs Enterprise)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Personal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A0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0B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Vault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%APPDATA%\Fortiva\vault.fva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%PROGRAMDATA%\Fortiva\vault.fva (default)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local.state (rollback)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Same folder as 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Same folder as vault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Windows Hello blobs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%APPDATA%\Fortiva\hello.*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%LOCALAPPDATA%\FortivaEnterprise\Hello\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Audit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%LOCALAPPDATA%\FortivaPersonal\audit\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%PROGRAMDATA%\Fortiva\audit\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License /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%PROGRAMDATA%\Fortiva\license.dat, policies.json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Seat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%PROGRAMDATA%\Fortiva\seats.dat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Shared vault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%PROGRAMDATA%\Fortiva\shared-vaults.json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Portable USB 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User-selected path\Fortiva\vault.fva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Blocked by typical enterprise policy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Unlock Flow (End User)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App starts → checks vault.fva exists → Unlock page or Onboarding.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Password path: Argon2id → unwrap VK → decrypt payload → StartInfrastructure().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Hello path: UserConsentVerifier biometric/PIN gate → load DPAPI hello.keyprotect → MK.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Enterprise: valid license + seat available checked before unlock succeeds.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While unlocked: auto-lock timer, browser bridge pipes, clipboard policy enforced.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Lock/Panic: dispose session keys, stop bridge, clear in-memory bridge token.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Windows Hello (How It Works — No Assumptions)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Hello does NOT replace the master password cryptographically for vault creation.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Setup flow: user verifies master password → app copies MK from session → stores hello bundle.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Bundle format v3 (FTWH): random unlock key + MK wrapped with AES-GCM, then DPAPI-protected.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DPAPI scope: always CurrentUser (never LocalMachine) to prevent cross-user decrypt on shared PCs.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Unlock: UserConsentVerifier must succeed, then TryLoadMasterKey(helloVerified: true).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Limitation (documented): same-user malware could extract MK from DPAPI blob — Hello is a consent gate.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Browser Bridge Architecture</a:t>
            </a:r>
          </a:p>
        </p:txBody>
      </p:sp>
      <p:pic>
        <p:nvPicPr>
          <p:cNvPr id="4" name="Picture 3" descr="fortiva-browser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Extension never reads vault file directly.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Native host Fortiva.BrowserBridge.Host.exe receives JSON via Chrome native messaging.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Host requests session token from secured pipe Fortiva.Bridge.Token (in-memory, same user ACL).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Host connects to named pipe Fortiva.BrowserBridge with token + domain payload.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Fortiva app returns username/password for matching entry only while vault unlocked.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Client validation: bridge executable path checked against install roots (fail closed in release).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4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3 — Enterprise Licensing &amp; Policy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License Document Fields</a:t>
            </a:r>
          </a:p>
        </p:txBody>
      </p:sp>
      <p:pic>
        <p:nvPicPr>
          <p:cNvPr id="4" name="Picture 3" descr="fortiva-licensing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Edition (default Enterprise), CompanyName, ExpiresAt (UTC).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FeatureFlags: vault, policy, audit, shared_vaults.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MaxSeats: enforced via LicenseSeatRegistry on enterprise unlock.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Signature: RSA-PKCS1-SHA256 over canonical JSON payload.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Storage: license.dat = DPAPI-protected (LocalMachine) under %PROGRAMDATA%\Fortiva\.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Portable distribution: signed .json file importable via Admin or TryImportFromFile.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LicenseTool — Step 1: Build the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solidFill>
            <a:srgbClr val="0F1722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cd C:\Repo\Github\Fortiva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build src\Fortiva.LicenseTool\Fortiva.LicenseTool.csproj -c Release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Run from repo (development):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run --project src\Fortiva.LicenseTool -- generate-key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LicenseTool — Step 2: Generate RSA Key Pair (First Time Only)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solidFill>
            <a:srgbClr val="0F1722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run --project src\Fortiva.LicenseTool -- generate-key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Output: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 PUBLIC KEY  → embed in LicenseVerifier.EmbeddedPublicKeyXml before production build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 PRIVATE KEY → save to secure file, e.g. C:\Secure\fortiva-private.xml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NEVER commit private key to git.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Release Enterprise/Admin builds fail if dev public key still embedded (unless DEBUG).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LicenseTool — Step 3: Sign a License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solidFill>
            <a:srgbClr val="0F1722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Syntax (from Program.cs):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sign &lt;company-name&gt; &lt;days-valid&gt; &lt;private-key.xml&gt;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run --project src\Fortiva.LicenseTool -- sign "Acme Corp" 365 C:\Secure\fortiva-private.xml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Writes: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  %PROGRAMDATA%\Fortiva\license.dat  (DPAPI-protected, machine scope)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  .\fortiva-license-acme-corp.json     (portable JSON for Admin import)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Default MaxSeats in signer: 100 (edit LicenseTool Program.cs to customize).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LicenseTool — Step 4: Verify a License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solidFill>
            <a:srgbClr val="0F1722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Verify portable JSON: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run --project src\Fortiva.LicenseTool -- verify .\fortiva-license-acme-corp.json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Verify installed license.dat (no args — loads from %PROGRAMDATA%):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run --project src\Fortiva.LicenseTool -- verify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Output shows: Company, Edition, Expires, Signature VALID/INVALID, Active status.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Deploying License to Clients</a:t>
            </a:r>
          </a:p>
        </p:txBody>
      </p:sp>
      <p:pic>
        <p:nvPicPr>
          <p:cNvPr id="4" name="Picture 3" descr="fortiva-licensing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058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Option A — Admin Console: run Fortiva Admin as Administrator → License tab → Import License → pick .json or .dat.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Option B — MDM/script: copy signed license.dat to %PROGRAMDATA%\Fortiva\ (requires admin).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Option C — Intune: wrap installer + config (see packaging/intune/README.md).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Enterprise client loads license on startup; invalid/expired license blocks vault create/unlock.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Admin shows seat usage: CountActiveSeats() / MaxSeats from seats.dat.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Enterprise Policy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policies.json — DPAPI LocalMachine protected at %PROGRAMDATA%\Fortiva\.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Fields: Min Argon2 memory/iters/parallelism, MaxAutoLockSeconds, clipboard mode/clear, ExportMode.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PortableModeAllowed, MandatoryParanoiaMode, MandatoryWindowsHello, TotpEnabled.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HKLM registry overrides: SOFTWARE\Fortiva\Enterprise\Policy (documented for Intune).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PolicyEnforcer applies floors in UI and Core (KDF, export, clipboard, security level on save).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Users cannot weaken below IT baseline; violations logged to audit trail.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Shared Vaults &amp; Seat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Admin → Shared Vaults tab: name + storage path (UNC/SMB/local folder).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Saved to shared-vaults.json (DPAPI LocalMachine).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Enterprise Settings → Shared vault combo: pick org vault or default %PROGRAMDATA% path.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Selection persisted in %LOCALAPPDATA%\FortivaEnterprise\user.prefs.json.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MaxSeats: seats.dat tracks machineId + userSid; stale seats pruned after 90 days.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New enterprise unlock blocked when active seats &gt;= MaxSeats (existing seat refreshes LastSeen).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Audit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Events: unlock attempt/success/failure, lock, policy violation, snapshot restore, bridge access.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Format: JSONL lines with HMAC-SHA256 signature (AuditIntegrity) — tamper detection.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HMAC key: .audit.hmac.key under audit directory, DPAPI LocalMachine protected.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Personal audit: per-user under FortivaPersonal\audit.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Enterprise audit: %PROGRAMDATA%\Fortiva\audit\ — exportable JSONL from Admin or client.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Exports contain metadata only — never passwords or master keys.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4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4 — Operations &amp; QA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Build &amp; Test (Developer / IT Validation)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solidFill>
            <a:srgbClr val="0F1722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Core + tests (no Visual Studio required):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build src\Fortiva.Core\Fortiva.Core.csproj -c Release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test tests\Fortiva.Core.Tests\Fortiva.Core.Tests.csproj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dotnet test tests\Fortiva.AppHost.Tests\Fortiva.AppHost.Tests.csproj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Full release + installers: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.\build-release.ps1 -Version 1.0.x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.\build-installers.ps1 -Version 1.0.x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Import, Export &amp;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Encrypted export (.fva backup): re-encrypts vault payload with export password (Argon2id + AES-GCM).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Plaintext CSV: allowed on Personal with warning; enterprise policy can block (NoPlaintext).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Import: CSV/KeePass CSV while unlocked; bulk import with row/size limits.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Portable mode (Personal): vault on USB at …\Fortiva\vault.fva; startup prompt if drive missing.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Recommendation: periodic encrypted export stored offline separate from master password.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A0"/>
                </a:solidFill>
              </a:defRPr>
            </a:pPr>
            <a:r>
              <a:t>Threat Model Summary (What Fortiva Does NOT Claim)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Does NOT protect against kernel-level malware or memory scraping while vault is unlocked.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Does NOT provide cloud sync, account recovery, or master password reset.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Does NOT send vault data over the network (Personal may HTTPS check for updates only).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DOES protect offline vault at rest with Argon2id + AES-GCM + DPAPI layering.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DOES enforce enterprise policy, licensing, seats, audit, and rollback detection.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Full detail: docs/THREAT-MODEL.md, docs/SECURITY-PENTEST-REPORT.md, docs/FULL-AUDIT-2026.md.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tiva-titl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spcBef>
                <a:spcPts val="1200"/>
              </a:spcBef>
              <a:defRPr sz="1800">
                <a:solidFill>
                  <a:srgbClr val="00B4A0"/>
                </a:solidFill>
              </a:defRPr>
            </a:pPr>
            <a:r>
              <a:t>Repository: Fortiva  |  Docs: docs/UserManual.md  |  Support: icmclab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